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I'm excited to present DataGuard AI, a new extension for VS Code and Antigravity designed to bring AI-powered dataset health analysis directly into the workflow of data scientists and engineers.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we all know, data cleaning is the most time-consuming part of data science. Hidden issues like missing values, outliers, or class imbalances can silently ruin a model's performance. Traditionally, we have to write the same pandas boilerplate code over and over to inspect our data. This interrupts the flow and takes up valuable time.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DataGuard AI changes this by bringing automated profiling directly into your IDE. It requires zero boilerplate. It intelligently detects when you are loading data in Python and offers a CodeLens button. Better yet, it automatically analyzes any CSV, Parquet, or JSON file you open anywhere on your system. And it leverages Google Gemini to provide human-readable, actionable advice.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extension provides a beautiful, interactive dashboard built with Tailwind CSS and Chart.js. It gives you a quick visual overview: a health score gauge, missing value charts, and data type distributions. It also highlights specific column details. Furthermore, it adds inline editor decorations—red wavy underlines—right on your Python code if the loaded dataset is unhealthy, alerting you immediately.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platform offers a complete suite of analysis capabilities, spanning missing values, outlier detection, class imbalance, and data types, all the way to advanced data processing tracking and integrated analysis techniques.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wanted a quick, recognizable metric, so we built the Health Score. It starts at 100 and penalizes the score based on the average percentage of missing values and the number of columns containing significant outliers. 80 to 100 means you are good to go, 50 to 79 means you should investigate, and below 50 means critical cleaning is required.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Technically, DataGuard AI uses a hybrid architecture. The main extension is written in TypeScript, managing the editor integration and UI. When an analysis is triggered, it spawns a lightweight Python sidecar process. This Python engine uses pandas and numpy to rapidly compute statistics and calls the Google Gemini API for the intelligent summary, returning the JSON payload back to the UI.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DataGuard AI version 0.1.0 is open source, MIT licensed, and fully compatible with both VS Code and Antigravity. In the future, we plan to add features like one-click automated cleaning code generation and direct database profiling. Thank you for your time, and I encourage you to try it out on your datasets.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I will now take any questions you might have.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DataGuard AI</a:t>
            </a:r>
          </a:p>
        </p:txBody>
      </p:sp>
      <p:sp>
        <p:nvSpPr>
          <p:cNvPr id="3" name="Subtitle 2"/>
          <p:cNvSpPr>
            <a:spLocks noGrp="1"/>
          </p:cNvSpPr>
          <p:nvPr>
            <p:ph type="subTitle" idx="1"/>
          </p:nvPr>
        </p:nvSpPr>
        <p:spPr/>
        <p:txBody>
          <a:bodyPr/>
          <a:lstStyle/>
          <a:p>
            <a:r>
              <a:t>AI-powered dataset health analysis for Data Scientists</a:t>
            </a:r>
          </a:p>
          <a:p>
            <a:r>
              <a:t>Right inside VS Code &amp; Antigravity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Data Quality Challenge</a:t>
            </a:r>
          </a:p>
        </p:txBody>
      </p:sp>
      <p:sp>
        <p:nvSpPr>
          <p:cNvPr id="3" name="Content Placeholder 2"/>
          <p:cNvSpPr>
            <a:spLocks noGrp="1"/>
          </p:cNvSpPr>
          <p:nvPr>
            <p:ph idx="1"/>
          </p:nvPr>
        </p:nvSpPr>
        <p:spPr/>
        <p:txBody>
          <a:bodyPr/>
          <a:lstStyle/>
          <a:p>
            <a:r>
              <a:t>Data scientists spend up to 80% of their time cleaning and preparing data.</a:t>
            </a:r>
          </a:p>
          <a:p>
            <a:pPr/>
            <a:r>
              <a:t>Hidden issues in datasets lead to faulty models:</a:t>
            </a:r>
          </a:p>
          <a:p>
            <a:pPr lvl="1"/>
            <a:r>
              <a:t>Missing values and nulls</a:t>
            </a:r>
          </a:p>
          <a:p>
            <a:pPr lvl="1"/>
            <a:r>
              <a:t>Outliers and extreme values</a:t>
            </a:r>
          </a:p>
          <a:p>
            <a:pPr lvl="1"/>
            <a:r>
              <a:t>Class imbalances in categorical data</a:t>
            </a:r>
          </a:p>
          <a:p>
            <a:pPr lvl="1"/>
            <a:r>
              <a:t>Inconsistent data types</a:t>
            </a:r>
          </a:p>
          <a:p>
            <a:pPr/>
            <a:r>
              <a:t>Traditional EDA (Exploratory Data Analysis) requires writing boilerplate code (e.g., df.info(), df.describe(), df.isnull().sum()) every time.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is DataGuard AI?</a:t>
            </a:r>
          </a:p>
        </p:txBody>
      </p:sp>
      <p:sp>
        <p:nvSpPr>
          <p:cNvPr id="3" name="Content Placeholder 2"/>
          <p:cNvSpPr>
            <a:spLocks noGrp="1"/>
          </p:cNvSpPr>
          <p:nvPr>
            <p:ph idx="1"/>
          </p:nvPr>
        </p:nvSpPr>
        <p:spPr/>
        <p:txBody>
          <a:bodyPr/>
          <a:lstStyle/>
          <a:p>
            <a:r>
              <a:t>DataGuard AI integrates directly into your editor to provide instant, automated data profiling.</a:t>
            </a:r>
          </a:p>
          <a:p>
            <a:pPr lvl="1"/>
            <a:r>
              <a:t>Zero Boilerplate: No need to write pandas profiling scripts.</a:t>
            </a:r>
          </a:p>
          <a:p>
            <a:pPr lvl="1"/>
            <a:r>
              <a:t>Context-Aware: Appears as a CodeLens above pandas/polars read functions (e.g., pd.read_csv).</a:t>
            </a:r>
          </a:p>
          <a:p>
            <a:pPr lvl="1"/>
            <a:r>
              <a:t>Auto-Trigger: Analyzes global CSV/Parquet/JSON files as soon as you open them.</a:t>
            </a:r>
          </a:p>
          <a:p>
            <a:pPr lvl="1"/>
            <a:r>
              <a:t>AI-Powered: Uses Google Gemini AI to provide actionable summaries and advice.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Core Features &amp; Dashboard</a:t>
            </a:r>
          </a:p>
        </p:txBody>
      </p:sp>
      <p:sp>
        <p:nvSpPr>
          <p:cNvPr id="3" name="Content Placeholder 2"/>
          <p:cNvSpPr>
            <a:spLocks noGrp="1"/>
          </p:cNvSpPr>
          <p:nvPr>
            <p:ph idx="1"/>
          </p:nvPr>
        </p:nvSpPr>
        <p:spPr/>
        <p:txBody>
          <a:bodyPr/>
          <a:lstStyle/>
          <a:p>
            <a:r>
              <a:t>Rich Interactive Webview Dashboard</a:t>
            </a:r>
          </a:p>
          <a:p>
            <a:pPr lvl="1"/>
            <a:r>
              <a:t>Health Score Gauge (0–100)</a:t>
            </a:r>
          </a:p>
          <a:p>
            <a:pPr lvl="1"/>
            <a:r>
              <a:t>Missing Values Bar Chart</a:t>
            </a:r>
          </a:p>
          <a:p>
            <a:pPr lvl="1"/>
            <a:r>
              <a:t>Data Types Donut Chart</a:t>
            </a:r>
          </a:p>
          <a:p>
            <a:pPr lvl="1"/>
            <a:r>
              <a:t>Per-column statistics &amp; Outlier badges</a:t>
            </a:r>
          </a:p>
          <a:p>
            <a:pPr/>
            <a:r>
              <a:t>Inline Editor Decorations</a:t>
            </a:r>
          </a:p>
          <a:p>
            <a:pPr lvl="1"/>
            <a:r>
              <a:t>Red wavy underlines directly on the data-loading code if the health score is low.</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Comprehensive Analysis Capabilities</a:t>
            </a:r>
          </a:p>
        </p:txBody>
      </p:sp>
      <p:sp>
        <p:nvSpPr>
          <p:cNvPr id="3" name="Content Placeholder 2"/>
          <p:cNvSpPr>
            <a:spLocks noGrp="1"/>
          </p:cNvSpPr>
          <p:nvPr>
            <p:ph idx="1"/>
          </p:nvPr>
        </p:nvSpPr>
        <p:spPr/>
        <p:txBody>
          <a:bodyPr/>
          <a:lstStyle/>
          <a:p>
            <a:r>
              <a:t>DataGuard AI covers 6 key pillars of dataset health:</a:t>
            </a:r>
          </a:p>
          <a:p>
            <a:pPr lvl="1"/>
            <a:r>
              <a:t>Missing Values: Visualizing gaps in dataset entries</a:t>
            </a:r>
          </a:p>
          <a:p>
            <a:pPr lvl="1"/>
            <a:r>
              <a:t>Outlier Detection: Identifying anomalies in data distribution</a:t>
            </a:r>
          </a:p>
          <a:p>
            <a:pPr lvl="1"/>
            <a:r>
              <a:t>Class Imbalance: Highlighting unequal class distributions</a:t>
            </a:r>
          </a:p>
          <a:p>
            <a:pPr lvl="1"/>
            <a:r>
              <a:t>Data Types: Categorizing information in datasets</a:t>
            </a:r>
          </a:p>
          <a:p>
            <a:pPr lvl="1"/>
            <a:r>
              <a:t>Data Processing: Visualizing the flow of data analysis</a:t>
            </a:r>
          </a:p>
          <a:p>
            <a:pPr lvl="1"/>
            <a:r>
              <a:t>Analysis Techniques: Integrating multiple data evaluation methods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The Health Score Works</a:t>
            </a:r>
          </a:p>
        </p:txBody>
      </p:sp>
      <p:sp>
        <p:nvSpPr>
          <p:cNvPr id="3" name="Content Placeholder 2"/>
          <p:cNvSpPr>
            <a:spLocks noGrp="1"/>
          </p:cNvSpPr>
          <p:nvPr>
            <p:ph idx="1"/>
          </p:nvPr>
        </p:nvSpPr>
        <p:spPr/>
        <p:txBody>
          <a:bodyPr/>
          <a:lstStyle/>
          <a:p>
            <a:r>
              <a:t>A simple, standardized metric for data quality (0-100)</a:t>
            </a:r>
          </a:p>
          <a:p>
            <a:pPr lvl="1"/>
            <a:r>
              <a:t>Formula: score = 100 - (avg_missing_pct × 0.5) - (outlier_column_count × 5)</a:t>
            </a:r>
          </a:p>
          <a:p>
            <a:pPr/>
            <a:r>
              <a:t>Categories:</a:t>
            </a:r>
          </a:p>
          <a:p>
            <a:pPr lvl="1"/>
            <a:r>
              <a:t>🟢 80–100: Healthy dataset</a:t>
            </a:r>
          </a:p>
          <a:p>
            <a:pPr lvl="1"/>
            <a:r>
              <a:t>🟡 50–79: Moderate issues (e.g., some missing data, few outliers)</a:t>
            </a:r>
          </a:p>
          <a:p>
            <a:pPr lvl="1"/>
            <a:r>
              <a:t>🔴 0–49: Critical data quality problems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Technical Architecture</a:t>
            </a:r>
          </a:p>
        </p:txBody>
      </p:sp>
      <p:sp>
        <p:nvSpPr>
          <p:cNvPr id="3" name="Content Placeholder 2"/>
          <p:cNvSpPr>
            <a:spLocks noGrp="1"/>
          </p:cNvSpPr>
          <p:nvPr>
            <p:ph idx="1"/>
          </p:nvPr>
        </p:nvSpPr>
        <p:spPr/>
        <p:txBody>
          <a:bodyPr/>
          <a:lstStyle/>
          <a:p>
            <a:r>
              <a:t>A hybrid Extension &amp; Sidecar model</a:t>
            </a:r>
          </a:p>
          <a:p>
            <a:pPr lvl="1"/>
            <a:r>
              <a:t>Extension Host (TypeScript): Handles VS Code APIs, UI, global file watching, and CodeLens.</a:t>
            </a:r>
          </a:p>
          <a:p>
            <a:pPr lvl="1"/>
            <a:r>
              <a:t>Analysis Engine (Python): A lightweight sidecar process using Pandas to perform the actual heavy lifting.</a:t>
            </a:r>
          </a:p>
          <a:p>
            <a:pPr lvl="1"/>
            <a:r>
              <a:t>Cross-Platform Support: Uses dynamic Python path detection to work seamlessly on Windows, macOS, and Linux.</a:t>
            </a:r>
          </a:p>
          <a:p>
            <a:pPr lvl="1"/>
            <a:r>
              <a:t>Gemini Integration: Generates human-readable summaries locally via the sidecar.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Availability</a:t>
            </a:r>
          </a:p>
        </p:txBody>
      </p:sp>
      <p:sp>
        <p:nvSpPr>
          <p:cNvPr id="3" name="Content Placeholder 2"/>
          <p:cNvSpPr>
            <a:spLocks noGrp="1"/>
          </p:cNvSpPr>
          <p:nvPr>
            <p:ph idx="1"/>
          </p:nvPr>
        </p:nvSpPr>
        <p:spPr/>
        <p:txBody>
          <a:bodyPr/>
          <a:lstStyle/>
          <a:p>
            <a:r>
              <a:t>Now available for download!</a:t>
            </a:r>
          </a:p>
          <a:p>
            <a:pPr/>
            <a:r>
              <a:t>Version: v0.1.0</a:t>
            </a:r>
          </a:p>
          <a:p>
            <a:pPr/>
            <a:r>
              <a:t>Compatibility: VS Code (1.85+) and Antigravity</a:t>
            </a:r>
          </a:p>
          <a:p>
            <a:pPr/>
            <a:r>
              <a:t>Open Source: Fully open source under the MIT License.</a:t>
            </a:r>
          </a:p>
          <a:p>
            <a:pPr/>
            <a:r>
              <a:t>Next Steps:</a:t>
            </a:r>
          </a:p>
          <a:p>
            <a:pPr lvl="1"/>
            <a:r>
              <a:t>Add automated data cleaning suggestions.</a:t>
            </a:r>
          </a:p>
          <a:p>
            <a:pPr lvl="1"/>
            <a:r>
              <a:t>Support for database connections (SQL).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Thank You! </a:t>
            </a:r>
          </a:p>
          <a:p>
            <a:r>
              <a:t>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